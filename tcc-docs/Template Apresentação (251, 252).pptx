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6" r:id="rId5"/>
    <p:sldId id="270" r:id="rId6"/>
    <p:sldId id="259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19E0"/>
    <a:srgbClr val="4E4E4F"/>
    <a:srgbClr val="171717"/>
    <a:srgbClr val="03A6AD"/>
    <a:srgbClr val="21409A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344703-7D70-4FC7-AE44-DA5CCA88C3B6}" v="8" dt="2025-07-21T17:26:54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126" autoAdjust="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207FDC-4B2D-43F1-B377-81BD384841A2}" type="datetimeFigureOut">
              <a:rPr lang="pt-BR" smtClean="0"/>
              <a:t>29/09/2025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9A67A-3551-4367-AAFF-90E156F8C50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7775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82E5F-87D5-C175-E573-F8D1A1BD33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000" y="2337598"/>
            <a:ext cx="10392000" cy="590931"/>
          </a:xfrm>
        </p:spPr>
        <p:txBody>
          <a:bodyPr anchor="b"/>
          <a:lstStyle>
            <a:lvl1pPr algn="ctr">
              <a:defRPr sz="3600">
                <a:solidFill>
                  <a:srgbClr val="171717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53208E-9F58-C72A-11CD-D466F37A9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000" y="3290933"/>
            <a:ext cx="10392000" cy="4247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D9636C7B-A6DA-EDB0-4F83-8E8C3711E2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3652" y="63529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58D627-8645-4500-8107-4CE8680A0A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2730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04140-E96B-CA39-E4B7-3C1C1C283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9583B8-5706-BBFA-5043-7F1E2EBD8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4E6040CA-EA5F-A532-ADE8-3DF92A0ED4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3652" y="63529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58D627-8645-4500-8107-4CE8680A0A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007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148CE-75BB-BCE8-0745-77629C884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293429"/>
            <a:ext cx="10752000" cy="590931"/>
          </a:xfrm>
        </p:spPr>
        <p:txBody>
          <a:bodyPr anchor="b"/>
          <a:lstStyle>
            <a:lvl1pPr>
              <a:defRPr sz="3600">
                <a:solidFill>
                  <a:srgbClr val="171717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91E09F8-714A-960F-F7E4-C3A867C12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5247046"/>
            <a:ext cx="10752000" cy="42473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327B91B4-2CD6-0B33-1CA4-46978E4E8E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3652" y="63529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58D627-8645-4500-8107-4CE8680A0A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3283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AAD82-B415-57DC-2AF4-3FC16738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171717"/>
                </a:solidFill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87DD66A-2FA0-BA69-608A-35D916274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380131"/>
            <a:ext cx="5193426" cy="2010807"/>
          </a:xfrm>
        </p:spPr>
        <p:txBody>
          <a:bodyPr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4DFAE44-F2BA-155A-CE36-8F14B5E84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3426" y="1375730"/>
            <a:ext cx="5193426" cy="2010807"/>
          </a:xfrm>
        </p:spPr>
        <p:txBody>
          <a:bodyPr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2pPr>
            <a:lvl3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3pPr>
            <a:lvl4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4pPr>
            <a:lvl5pPr>
              <a:defRPr>
                <a:solidFill>
                  <a:schemeClr val="tx1">
                    <a:lumMod val="90000"/>
                    <a:lumOff val="10000"/>
                  </a:schemeClr>
                </a:solidFill>
              </a:defRPr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F87729EF-5835-6F5F-8C3D-359B6DEB5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3652" y="63529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58D627-8645-4500-8107-4CE8680A0A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9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Número de Slide 5">
            <a:extLst>
              <a:ext uri="{FF2B5EF4-FFF2-40B4-BE49-F238E27FC236}">
                <a16:creationId xmlns:a16="http://schemas.microsoft.com/office/drawing/2014/main" id="{B67A1FBE-5B7D-F2E7-CC79-575A1B833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3652" y="63529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58D627-8645-4500-8107-4CE8680A0AB8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74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B9FBA38-F6DF-E685-48B0-23917548A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540000"/>
            <a:ext cx="10746852" cy="4801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8625BD-E25E-00A3-D987-AE600FC6F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380131"/>
            <a:ext cx="10746852" cy="200978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53BD0BB-D3DB-EE6A-06A8-27BD552FEB5B}"/>
              </a:ext>
            </a:extLst>
          </p:cNvPr>
          <p:cNvSpPr/>
          <p:nvPr userDrawn="1"/>
        </p:nvSpPr>
        <p:spPr>
          <a:xfrm>
            <a:off x="0" y="6213122"/>
            <a:ext cx="12192000" cy="644878"/>
          </a:xfrm>
          <a:prstGeom prst="rect">
            <a:avLst/>
          </a:prstGeom>
          <a:solidFill>
            <a:srgbClr val="F8F7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24548E1C-8EAB-1058-83C1-3EF222607C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63652" y="635299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80808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B58D627-8645-4500-8107-4CE8680A0AB8}" type="slidenum">
              <a:rPr lang="pt-BR" smtClean="0"/>
              <a:pPr/>
              <a:t>‹nº›</a:t>
            </a:fld>
            <a:endParaRPr lang="pt-BR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876AA46-E68A-902F-86F7-2470F586A6A9}"/>
              </a:ext>
            </a:extLst>
          </p:cNvPr>
          <p:cNvPicPr/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0000" y="6387936"/>
            <a:ext cx="720000" cy="295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4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rgbClr val="171717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22300" indent="-2667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90600" indent="-2667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46200" indent="-2667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701800" indent="-2667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3EB0C082-46D0-803A-C3ED-0911EDDD6A6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6C4B16CE-8E61-D4E8-01B9-57C759D7228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3390" y="2857932"/>
            <a:ext cx="2785217" cy="114213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9966943-5035-3181-FB43-7758C634528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318610" y="2683373"/>
            <a:ext cx="3780000" cy="135421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2000" b="1" i="0" u="none" strike="noStrike" kern="1200" cap="none" spc="0" normalizeH="0" baseline="0" noProof="0" dirty="0">
                <a:ln>
                  <a:noFill/>
                </a:ln>
                <a:solidFill>
                  <a:srgbClr val="2323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Título do Trabalho de Conclusão de Curso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0" i="0" u="none" strike="noStrike" kern="1200" cap="none" spc="0" normalizeH="0" baseline="0" noProof="0" dirty="0">
              <a:ln>
                <a:noFill/>
              </a:ln>
              <a:solidFill>
                <a:srgbClr val="232322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2323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Nome do aluno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srgbClr val="2323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Nome do orientador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19F2BFD4-8543-51D2-44F2-0B431D99DED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5598609" y="2734395"/>
            <a:ext cx="0" cy="1389210"/>
          </a:xfrm>
          <a:prstGeom prst="line">
            <a:avLst/>
          </a:prstGeom>
          <a:ln w="19050" cap="rnd">
            <a:solidFill>
              <a:schemeClr val="tx1">
                <a:lumMod val="25000"/>
                <a:lumOff val="75000"/>
              </a:schemeClr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218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7BB22-04FB-59FC-8C88-C8E11D7BC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81AA6A-43E8-AD89-5E05-AFD9639CB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AD74168-744F-E3BB-D5BF-25F23C756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B58D627-8645-4500-8107-4CE8680A0AB8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8906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F393F-8F70-6922-EBBC-2CB506455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7C886AAC-144B-5853-1E46-D606501358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82FD7DFA-E84D-3D85-288B-E4FAB74E9BB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76001" y="5367499"/>
            <a:ext cx="1439999" cy="59050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7ADAFAC-83F3-B114-882E-99378211F6B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774965" y="2352399"/>
            <a:ext cx="26420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200" b="1" i="0" u="none" strike="noStrike" kern="1200" cap="none" spc="0" normalizeH="0" baseline="0" noProof="0" dirty="0">
                <a:ln>
                  <a:noFill/>
                </a:ln>
                <a:solidFill>
                  <a:srgbClr val="23232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Obrigado(a)!</a:t>
            </a:r>
          </a:p>
        </p:txBody>
      </p:sp>
    </p:spTree>
    <p:extLst>
      <p:ext uri="{BB962C8B-B14F-4D97-AF65-F5344CB8AC3E}">
        <p14:creationId xmlns:p14="http://schemas.microsoft.com/office/powerpoint/2010/main" val="2919699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aleta MBX">
      <a:dk1>
        <a:srgbClr val="232322"/>
      </a:dk1>
      <a:lt1>
        <a:srgbClr val="FDFDFB"/>
      </a:lt1>
      <a:dk2>
        <a:srgbClr val="232323"/>
      </a:dk2>
      <a:lt2>
        <a:srgbClr val="F5F5F5"/>
      </a:lt2>
      <a:accent1>
        <a:srgbClr val="FEC900"/>
      </a:accent1>
      <a:accent2>
        <a:srgbClr val="2DBA2E"/>
      </a:accent2>
      <a:accent3>
        <a:srgbClr val="40C9D9"/>
      </a:accent3>
      <a:accent4>
        <a:srgbClr val="0558FF"/>
      </a:accent4>
      <a:accent5>
        <a:srgbClr val="9B45FE"/>
      </a:accent5>
      <a:accent6>
        <a:srgbClr val="F23300"/>
      </a:accent6>
      <a:hlink>
        <a:srgbClr val="2547C2"/>
      </a:hlink>
      <a:folHlink>
        <a:srgbClr val="4580C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e7d8aaf-77fb-4419-819f-502bcc31ffe3">
      <Terms xmlns="http://schemas.microsoft.com/office/infopath/2007/PartnerControls"/>
    </lcf76f155ced4ddcb4097134ff3c332f>
    <TaxCatchAll xmlns="2c89dc19-a755-4b1f-8ccb-ddc282e02978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8CFA7B293EDBE4DB98FBC161D82B39F" ma:contentTypeVersion="15" ma:contentTypeDescription="Crie um novo documento." ma:contentTypeScope="" ma:versionID="ed78836dbbd60ef5b47f46abba0ddc66">
  <xsd:schema xmlns:xsd="http://www.w3.org/2001/XMLSchema" xmlns:xs="http://www.w3.org/2001/XMLSchema" xmlns:p="http://schemas.microsoft.com/office/2006/metadata/properties" xmlns:ns2="2c89dc19-a755-4b1f-8ccb-ddc282e02978" xmlns:ns3="1e7d8aaf-77fb-4419-819f-502bcc31ffe3" targetNamespace="http://schemas.microsoft.com/office/2006/metadata/properties" ma:root="true" ma:fieldsID="f28b1225859e7fd7734d1009df438026" ns2:_="" ns3:_="">
    <xsd:import namespace="2c89dc19-a755-4b1f-8ccb-ddc282e02978"/>
    <xsd:import namespace="1e7d8aaf-77fb-4419-819f-502bcc31ffe3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89dc19-a755-4b1f-8ccb-ddc282e029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1b121cd5-3768-42a0-b312-b7830db9b9b1}" ma:internalName="TaxCatchAll" ma:showField="CatchAllData" ma:web="2c89dc19-a755-4b1f-8ccb-ddc282e0297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7d8aaf-77fb-4419-819f-502bcc31ff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cf329bc3-ce7e-4e75-9c56-962f8f350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AC896A0-78C2-4ABD-87A4-739E33B2CADD}">
  <ds:schemaRefs>
    <ds:schemaRef ds:uri="http://purl.org/dc/elements/1.1/"/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45bd9b4a-47bd-4c71-9096-100877aa1038"/>
    <ds:schemaRef ds:uri="5e253ad8-99bc-4895-b377-eab5d2679348"/>
  </ds:schemaRefs>
</ds:datastoreItem>
</file>

<file path=customXml/itemProps2.xml><?xml version="1.0" encoding="utf-8"?>
<ds:datastoreItem xmlns:ds="http://schemas.openxmlformats.org/officeDocument/2006/customXml" ds:itemID="{A886447D-945F-422F-90FA-B1337CE301C2}"/>
</file>

<file path=customXml/itemProps3.xml><?xml version="1.0" encoding="utf-8"?>
<ds:datastoreItem xmlns:ds="http://schemas.openxmlformats.org/officeDocument/2006/customXml" ds:itemID="{116E03E0-DC46-4B42-8158-11F6D083605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18</Words>
  <Application>Microsoft Office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6" baseType="lpstr">
      <vt:lpstr>Aptos</vt:lpstr>
      <vt:lpstr>Arial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Augusto Murbach Neto</dc:creator>
  <cp:lastModifiedBy>Alline Mariá Schumann</cp:lastModifiedBy>
  <cp:revision>3</cp:revision>
  <dcterms:created xsi:type="dcterms:W3CDTF">2025-04-23T12:30:03Z</dcterms:created>
  <dcterms:modified xsi:type="dcterms:W3CDTF">2025-09-29T18:00:09Z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0x01010008CFA7B293EDBE4DB98FBC161D82B39F</vt:lpwstr>
  </property>
</Properties>
</file>